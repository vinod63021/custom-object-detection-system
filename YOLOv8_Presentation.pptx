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716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 Detection using YOLOv8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0292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957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see what WE want it to see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Computer Vision  ·  YOLOv8  ·  Custom Dataset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8229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Object Detection?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concept you need to understand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38404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says WHAT is in the image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location)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22860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7373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🖼️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200400" cy="320040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"This is a bangle"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685800"/>
            <a:ext cx="43434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 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+ WHERE (draws a box!)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00200"/>
            <a:ext cx="320040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91640"/>
            <a:ext cx="914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🖼️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5577840" y="1828800"/>
            <a:ext cx="146304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828800"/>
            <a:ext cx="1005840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183794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 94%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393192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310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"Bangle at position (x=0.5, y=0.4)"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3006" y="4691576"/>
            <a:ext cx="8503920" cy="32004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Object Detection — finding AND locating bangles!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6762"/>
            <a:ext cx="9144000" cy="30175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Custom Model?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don't know everything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like COCO know these objects: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50876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57400" y="1005840"/>
            <a:ext cx="150876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0789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🐕 Dog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150876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789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Chair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40680" y="1005840"/>
            <a:ext cx="150876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0789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0" y="1005840"/>
            <a:ext cx="150876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10789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Pizza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But NOT this: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2423160"/>
            <a:ext cx="2286000" cy="960120"/>
          </a:xfrm>
          <a:prstGeom prst="rect">
            <a:avLst/>
          </a:prstGeom>
          <a:solidFill>
            <a:srgbClr val="2A1A0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7320" y="2514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💍 Bangle  =  ???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931920" y="2423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has 80 classes. A bangle is not one of them.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solidFill>
            <a:srgbClr val="0D47A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Train Our Own Model!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our own images → label them → train a model → it learns to detect bangles perfectly.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43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YOLO?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our detection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737360" cy="146304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658368"/>
            <a:ext cx="1737360" cy="1463040"/>
          </a:xfrm>
          <a:prstGeom prst="rect">
            <a:avLst/>
          </a:prstGeom>
          <a:solidFill>
            <a:srgbClr val="1E88E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658368"/>
            <a:ext cx="1737360" cy="1463040"/>
          </a:xfrm>
          <a:prstGeom prst="rect">
            <a:avLst/>
          </a:prstGeom>
          <a:solidFill>
            <a:srgbClr val="00ACC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48056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658368"/>
            <a:ext cx="1737360" cy="1463040"/>
          </a:xfrm>
          <a:prstGeom prst="rect">
            <a:avLst/>
          </a:prstGeom>
          <a:solidFill>
            <a:srgbClr val="0083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7132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" y="22128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Look Once" — It looks at the whole image ONCE and detects everything instantly!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74320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43200"/>
            <a:ext cx="260604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Fast</a:t>
            </a:r>
            <a:endParaRPr lang="en-US" sz="1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594360" cy="5943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3886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images in milliseconds — good for real-time use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154680" y="274320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54680" y="2743200"/>
            <a:ext cx="2606040" cy="38404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5" name="Text 22"/>
          <p:cNvSpPr/>
          <p:nvPr/>
        </p:nvSpPr>
        <p:spPr>
          <a:xfrm>
            <a:off x="320040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4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246120"/>
            <a:ext cx="594360" cy="5943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200400" y="3886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objects precisely — even small or overlapping ones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989320" y="274320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989320" y="2743200"/>
            <a:ext cx="2606040" cy="38404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0" name="Text 26"/>
          <p:cNvSpPr/>
          <p:nvPr/>
        </p:nvSpPr>
        <p:spPr>
          <a:xfrm>
            <a:off x="603504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Train</a:t>
            </a:r>
            <a:endParaRPr lang="en-US" sz="14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246120"/>
            <a:ext cx="594360" cy="5943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035040" y="38862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give it images + labels — it learns by itself!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6-Step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complete journey from nothing to a working detector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5603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256032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13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8321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Images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80160"/>
            <a:ext cx="64008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54680" y="777240"/>
            <a:ext cx="25603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777240"/>
            <a:ext cx="2560320" cy="4114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2" name="Text 9"/>
          <p:cNvSpPr/>
          <p:nvPr/>
        </p:nvSpPr>
        <p:spPr>
          <a:xfrm>
            <a:off x="3154680" y="813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11880" y="8321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280160"/>
            <a:ext cx="640080" cy="640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89320" y="777240"/>
            <a:ext cx="25603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89320" y="777240"/>
            <a:ext cx="256032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3"/>
          <p:cNvSpPr/>
          <p:nvPr/>
        </p:nvSpPr>
        <p:spPr>
          <a:xfrm>
            <a:off x="5989320" y="813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46520" y="8321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Dataset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80160"/>
            <a:ext cx="640080" cy="640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20040" y="2880360"/>
            <a:ext cx="25603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880360"/>
            <a:ext cx="2560320" cy="411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17"/>
          <p:cNvSpPr/>
          <p:nvPr/>
        </p:nvSpPr>
        <p:spPr>
          <a:xfrm>
            <a:off x="320040" y="2916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77240" y="29352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383280"/>
            <a:ext cx="640080" cy="6400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154680" y="2880360"/>
            <a:ext cx="25603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880360"/>
            <a:ext cx="256032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1"/>
          <p:cNvSpPr/>
          <p:nvPr/>
        </p:nvSpPr>
        <p:spPr>
          <a:xfrm>
            <a:off x="3154680" y="2916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3611880" y="29352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Results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383280"/>
            <a:ext cx="640080" cy="6400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989320" y="2880360"/>
            <a:ext cx="25603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89320" y="2880360"/>
            <a:ext cx="2560320" cy="4114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2" name="Text 25"/>
          <p:cNvSpPr/>
          <p:nvPr/>
        </p:nvSpPr>
        <p:spPr>
          <a:xfrm>
            <a:off x="5989320" y="29169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6446520" y="29352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Detection</a:t>
            </a:r>
            <a:endParaRPr lang="en-US" sz="13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383280"/>
            <a:ext cx="640080" cy="6400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feeds into the next — like an assembly line for teaching a computer!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9144000" cy="4617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Collect Images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real photos of what you want to detect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studying for an exam — the more examples you study, the better you do!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137160" cy="9144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97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Camera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photos yourself — different angles, lighting, backgrounds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137160" cy="9144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48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Google Images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4414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bangle images and download in bulk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54680"/>
            <a:ext cx="137160" cy="9144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00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Online Datasets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493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Roboflow, and other ML dataset libraries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051560"/>
            <a:ext cx="2834640" cy="310896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18105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80760" y="22677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5877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080760" y="3044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3649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080760" y="38221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Minimum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297680"/>
            <a:ext cx="8412480" cy="347472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Tip: More images = better accuracy. Start with 100, aim for 500+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9144000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Annotate (Label) Your Images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model WHERE the object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= Drawing a box around each object and giving it a name. This is how the model knows WHAT and WHERE.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657600" cy="2926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Annotation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3017520" cy="2011680"/>
          </a:xfrm>
          <a:prstGeom prst="rect">
            <a:avLst/>
          </a:prstGeom>
          <a:solidFill>
            <a:srgbClr val="26385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photo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sees nothing useful)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33088" y="2377440"/>
            <a:ext cx="594360" cy="914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4096512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CC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977640" cy="2926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Annotation  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3383280" cy="2011680"/>
          </a:xfrm>
          <a:prstGeom prst="rect">
            <a:avLst/>
          </a:prstGeom>
          <a:solidFill>
            <a:srgbClr val="26385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645920"/>
            <a:ext cx="1097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🖼️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5486400" y="1737360"/>
            <a:ext cx="164592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3175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737360"/>
            <a:ext cx="1234440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04688" y="17465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3246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model can learn!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8458200" cy="7772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format: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79096" y="41330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class_id   x_center   y_center   width   height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0207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 0          0.52         0.44        0.31    0.28   ← all values between 0 and 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220"/>
            <a:ext cx="914400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&amp; 4 — Prepare Dataset + Train the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data and letting the AI learn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58368"/>
            <a:ext cx="393192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685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Dataset Folder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09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train/   ← 80 training images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val/     ← 20 validation images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139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train/   ← annotation files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935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data.yaml  ← config 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658368"/>
            <a:ext cx="429768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658368"/>
            <a:ext cx="429768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Training Code (Python)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051560"/>
            <a:ext cx="4114800" cy="2331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11155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13350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81728" y="15544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YOLO('yolov8n.pt')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17739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19933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81728" y="22128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data='dataset/data.yaml',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1728" y="243230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epochs=50,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28" y="26517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imgsz=512,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81728" y="28712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batch=4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30906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5760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657600"/>
            <a:ext cx="2606040" cy="2743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6758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77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11480" y="4453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it studies all images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54680" y="365760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54680" y="3657600"/>
            <a:ext cx="2606040" cy="2743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36758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imgsz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46120" y="3977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3246120" y="4453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 fed into the model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365760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3657600"/>
            <a:ext cx="2606040" cy="2743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36758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39776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080760" y="445312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processed at once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Evaluate the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if it is working well?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the model using 3 simple metrics: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1430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164592" cy="11430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704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70432" y="138144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detections, how many were CORRECT?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1097280"/>
            <a:ext cx="4572000" cy="10058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17043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you called 10 objects 'bangles' and 9 were right → Precision = 90%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2368296"/>
            <a:ext cx="8503920" cy="11430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313432"/>
            <a:ext cx="164592" cy="1143000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3230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70432" y="2340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70432" y="2601115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actual bangles, how many did it FIND?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160520" y="2359152"/>
            <a:ext cx="4572000" cy="10058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1" name="Text 17"/>
          <p:cNvSpPr/>
          <p:nvPr/>
        </p:nvSpPr>
        <p:spPr>
          <a:xfrm>
            <a:off x="4251960" y="2432304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there were 10 bangles and it found 8 → Recall = 80%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" y="3575304"/>
            <a:ext cx="8503920" cy="11430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3575304"/>
            <a:ext cx="164592" cy="1143000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94176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70432" y="3602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170432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Average Precision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170432" y="41513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score — combines precision and recall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160520" y="3621024"/>
            <a:ext cx="4572000" cy="10058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29" name="Text 24"/>
          <p:cNvSpPr/>
          <p:nvPr/>
        </p:nvSpPr>
        <p:spPr>
          <a:xfrm>
            <a:off x="4251960" y="3694176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Higher mAP = smarter model. Aim for mAP &gt; 0.7 (70%)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262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Run Detection on New Images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everything comes together!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572000" cy="23774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58368"/>
            <a:ext cx="4572000" cy="34747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76656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detect.py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44475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our trained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62763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YOLO('best.pt')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81051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19933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on a new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7627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5915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source='test_image.jpg',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54203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show=True,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72491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conf=0.4   # 40% confidence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077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658368"/>
            <a:ext cx="36118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658368"/>
            <a:ext cx="36118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67665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1097280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1069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Load test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1499616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14721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Model scans image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1901952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Draws bounding boxes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49240" y="2304288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227685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Labels each detection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49240" y="2706624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26791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Shows confidence 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154680"/>
            <a:ext cx="8503920" cy="169164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 — The Model Sees: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3639312"/>
            <a:ext cx="1828800" cy="1051560"/>
          </a:xfrm>
          <a:prstGeom prst="rect">
            <a:avLst/>
          </a:prstGeom>
          <a:solidFill>
            <a:srgbClr val="263850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639312"/>
            <a:ext cx="128016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950976" y="364845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  94%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63040" y="38862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💍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3474720" y="3639312"/>
            <a:ext cx="1828800" cy="1051560"/>
          </a:xfrm>
          <a:prstGeom prst="rect">
            <a:avLst/>
          </a:prstGeom>
          <a:solidFill>
            <a:srgbClr val="263850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0" y="3639312"/>
            <a:ext cx="128016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3511296" y="364845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  87%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23360" y="38862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💍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6035040" y="3639312"/>
            <a:ext cx="1828800" cy="1051560"/>
          </a:xfrm>
          <a:prstGeom prst="rect">
            <a:avLst/>
          </a:prstGeom>
          <a:solidFill>
            <a:srgbClr val="263850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3639312"/>
            <a:ext cx="128016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6071616" y="364845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  76%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38862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💍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This Go Next?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— bigger problems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validate with bangles, the exact same process works for any object: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1188720"/>
          </a:xfrm>
          <a:prstGeom prst="rect">
            <a:avLst/>
          </a:prstGeom>
          <a:solidFill>
            <a:srgbClr val="1E2E4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0" cy="11887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17043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0424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138988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cars, trucks, bikes, buses — classified separately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2331720"/>
            <a:ext cx="8503920" cy="1188720"/>
          </a:xfrm>
          <a:prstGeom prst="rect">
            <a:avLst/>
          </a:prstGeom>
          <a:solidFill>
            <a:srgbClr val="1E2E4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331720"/>
            <a:ext cx="640080" cy="1188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49631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3682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Plate Detection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691640" y="271576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detected vehicles → find the license plate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1E2E4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657600"/>
            <a:ext cx="640080" cy="1188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82219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3694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System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691640" y="404164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vehicles, read plates, monitor traffic 24/7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Bangle Detection  →  Vehicles  →  Plates  →  OCR  →  Full Traffic System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07992"/>
            <a:ext cx="9144000" cy="6400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8046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finds WHAT and WHERE — not just what.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1508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models (COCO) miss specialized objects — so we build our own.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21284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is fast, accurate, and easy to train on custom data.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16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291693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pipeline: Collect → Annotate → Train → Evaluate → Detect.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384048" cy="38404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621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same workflow scales to vehicles, plates, and traffic systems.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7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49808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1012</Words>
  <Application>Microsoft Office PowerPoint</Application>
  <PresentationFormat>On-screen Show (16:9)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YOLOv8 Bangle Detection</dc:title>
  <dc:subject>PptxGenJS Presentation</dc:subject>
  <dc:creator>PptxGenJS</dc:creator>
  <cp:lastModifiedBy>SAMMIDI VENKATA SATYA SURYA VINOD KUMAR</cp:lastModifiedBy>
  <cp:revision>2</cp:revision>
  <dcterms:created xsi:type="dcterms:W3CDTF">2026-03-09T14:19:10Z</dcterms:created>
  <dcterms:modified xsi:type="dcterms:W3CDTF">2026-03-09T14:52:52Z</dcterms:modified>
</cp:coreProperties>
</file>